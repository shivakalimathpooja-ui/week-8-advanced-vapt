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6766560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1">
                <a:solidFill>
                  <a:srgbClr val="19A7A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DG INTERNS HUB  • 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858000" cy="56938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VAPT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858000" cy="40011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Chain &amp; Full Exploitation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6400800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D2E0E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OWASP Juice Shop (local lab)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6766560" cy="24622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AEC4D5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Evidence-led testing • Burp Suite • Risk &amp; remediation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97880"/>
            <a:ext cx="3657600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0">
                <a:solidFill>
                  <a:srgbClr val="AEC4D5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 : Pooja G Shivakalimath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44627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6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&amp; attack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572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73152" cy="141732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6471" y="1851786"/>
            <a:ext cx="3154680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5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471" y="2235833"/>
            <a:ext cx="3154680" cy="38472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Login, registration, password reset and session handling.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73152" cy="1417320"/>
          </a:xfrm>
          <a:prstGeom prst="rect">
            <a:avLst/>
          </a:prstGeom>
          <a:solidFill>
            <a:srgbClr val="EF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860175"/>
            <a:ext cx="3154680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5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244222"/>
            <a:ext cx="3154680" cy="38472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Catalogue, search, product details, reviews and basket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544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092440" y="1554480"/>
            <a:ext cx="73152" cy="141732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818230"/>
            <a:ext cx="3154680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12213A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202277"/>
            <a:ext cx="3154680" cy="38472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local API requests and JSON responses; authorization needs validation.</a:t>
            </a:r>
          </a:p>
        </p:txBody>
      </p:sp>
      <p:pic>
        <p:nvPicPr>
          <p:cNvPr id="17" name="Picture 16" descr="Screenshot_2026-10-26_00_04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040" y="3337560"/>
            <a:ext cx="3352800" cy="2514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07775" y="3374052"/>
            <a:ext cx="4389120" cy="33855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9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localhost:3000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775" y="3968412"/>
            <a:ext cx="4480560" cy="96949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scope: local OWASP Juice Shop and its browser/API traffic.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scope: public sites, destructive tests and real-user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600" b="1">
                <a:solidFill>
                  <a:srgbClr val="12213A"/>
                </a:solidFill>
                <a:latin typeface="Aptos"/>
              </a:defRPr>
            </a:pPr>
            <a:r>
              <a:t>Testing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572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658368" cy="658368"/>
          </a:xfrm>
          <a:prstGeom prst="ellipse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84248"/>
            <a:ext cx="658368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1508760" cy="2923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6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1965960" cy="38472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local app normally to identify entry points.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1368" y="2121408"/>
            <a:ext cx="914400" cy="36576"/>
          </a:xfrm>
          <a:prstGeom prst="rect">
            <a:avLst/>
          </a:prstGeom>
          <a:solidFill>
            <a:srgbClr val="BE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83280" y="1828800"/>
            <a:ext cx="658368" cy="658368"/>
          </a:xfrm>
          <a:prstGeom prst="ellipse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984248"/>
            <a:ext cx="658368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697480"/>
            <a:ext cx="1508760" cy="2923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6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54680"/>
            <a:ext cx="1965960" cy="38472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requests in Burp Proxy HTTP history.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7368" y="2121408"/>
            <a:ext cx="914400" cy="36576"/>
          </a:xfrm>
          <a:prstGeom prst="rect">
            <a:avLst/>
          </a:prstGeom>
          <a:solidFill>
            <a:srgbClr val="BE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669280" y="1828800"/>
            <a:ext cx="658368" cy="658368"/>
          </a:xfrm>
          <a:prstGeom prst="ellipse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1984248"/>
            <a:ext cx="658368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97480"/>
            <a:ext cx="1508760" cy="2923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6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154680"/>
            <a:ext cx="1965960" cy="38472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selected requests to Repeater for controlled tests.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2121408"/>
            <a:ext cx="914400" cy="36576"/>
          </a:xfrm>
          <a:prstGeom prst="rect">
            <a:avLst/>
          </a:prstGeom>
          <a:solidFill>
            <a:srgbClr val="BE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955279" y="1828800"/>
            <a:ext cx="658368" cy="658368"/>
          </a:xfrm>
          <a:prstGeom prst="ellipse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1984248"/>
            <a:ext cx="658368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697480"/>
            <a:ext cx="1508760" cy="2923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6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154680"/>
            <a:ext cx="1965960" cy="38472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status, headers, response fields and session context.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565" y="4573258"/>
            <a:ext cx="10287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8565" y="4573258"/>
            <a:ext cx="73152" cy="868680"/>
          </a:xfrm>
          <a:prstGeom prst="rect">
            <a:avLst/>
          </a:prstGeom>
          <a:solidFill>
            <a:srgbClr val="EF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9733" y="4719562"/>
            <a:ext cx="9921240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principle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733" y="5103610"/>
            <a:ext cx="9921240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screenshot of a request is not proof of a vulnerability. Confirm behavior with paired request/response evidence and a repeatable 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44627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6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Burp Suite: traffic inspection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572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_2026-10-26_10_14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5486400" cy="4114800"/>
          </a:xfrm>
          <a:prstGeom prst="rect">
            <a:avLst/>
          </a:prstGeom>
        </p:spPr>
      </p:pic>
      <p:pic>
        <p:nvPicPr>
          <p:cNvPr id="6" name="Picture 5" descr="Screenshot_2026-10-27_23_57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11629"/>
            <a:ext cx="5212080" cy="3909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715000"/>
            <a:ext cx="5029200" cy="26161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4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Proxy / HTTP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5715000"/>
            <a:ext cx="5029200" cy="26161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4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Repeater / request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44627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6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Product-search API: what the evidence shows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572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_2026-10-28_03_43_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08760"/>
            <a:ext cx="4389120" cy="3291840"/>
          </a:xfrm>
          <a:prstGeom prst="rect">
            <a:avLst/>
          </a:prstGeom>
        </p:spPr>
      </p:pic>
      <p:pic>
        <p:nvPicPr>
          <p:cNvPr id="6" name="Picture 5" descr="Screenshot_2026-10-28_03_44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671" y="1508760"/>
            <a:ext cx="438912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507492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5074920"/>
            <a:ext cx="73152" cy="86868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5221224"/>
            <a:ext cx="4846320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5605272"/>
            <a:ext cx="4846320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route and query parameter captured in Repeater.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07492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5074920"/>
            <a:ext cx="73152" cy="868680"/>
          </a:xfrm>
          <a:prstGeom prst="rect">
            <a:avLst/>
          </a:prstGeom>
          <a:solidFill>
            <a:srgbClr val="EF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5221224"/>
            <a:ext cx="4846320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5605272"/>
            <a:ext cx="4846320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product data returned; public catalogue data is not automatically a flaw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44627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6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Attack-chain validation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572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4688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73152" cy="160020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297661"/>
            <a:ext cx="2103120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5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Map entry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81709"/>
            <a:ext cx="2103120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• search • basket • APIs</a:t>
            </a:r>
          </a:p>
        </p:txBody>
      </p:sp>
      <p:sp>
        <p:nvSpPr>
          <p:cNvPr id="9" name="Chevron 8"/>
          <p:cNvSpPr/>
          <p:nvPr/>
        </p:nvSpPr>
        <p:spPr>
          <a:xfrm>
            <a:off x="3200400" y="2423160"/>
            <a:ext cx="292608" cy="411480"/>
          </a:xfrm>
          <a:prstGeom prst="chevron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66160" y="1874519"/>
            <a:ext cx="24688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874519"/>
            <a:ext cx="73152" cy="160020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67328" y="2306050"/>
            <a:ext cx="2103120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5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Test one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690098"/>
            <a:ext cx="2103120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/ business-rule validation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6080760" y="2423160"/>
            <a:ext cx="292608" cy="411480"/>
          </a:xfrm>
          <a:prstGeom prst="chevron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46520" y="1874519"/>
            <a:ext cx="24688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1874519"/>
            <a:ext cx="73152" cy="160020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64466" y="2297661"/>
            <a:ext cx="2103120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5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Compare 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4466" y="2681709"/>
            <a:ext cx="2103120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Logged out vs. normal lab account</a:t>
            </a:r>
          </a:p>
        </p:txBody>
      </p:sp>
      <p:sp>
        <p:nvSpPr>
          <p:cNvPr id="19" name="Chevron 18"/>
          <p:cNvSpPr/>
          <p:nvPr/>
        </p:nvSpPr>
        <p:spPr>
          <a:xfrm>
            <a:off x="8961120" y="2423160"/>
            <a:ext cx="292608" cy="411480"/>
          </a:xfrm>
          <a:prstGeom prst="chevron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326880" y="1874519"/>
            <a:ext cx="24688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326880" y="1874519"/>
            <a:ext cx="73152" cy="1600200"/>
          </a:xfrm>
          <a:prstGeom prst="rect">
            <a:avLst/>
          </a:prstGeom>
          <a:solidFill>
            <a:srgbClr val="EF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28048" y="2289272"/>
            <a:ext cx="2103120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5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Confirm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673320"/>
            <a:ext cx="2103120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proof, no unrelated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60520"/>
            <a:ext cx="10058400" cy="33855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9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validation plan, not a confirmed exploit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754880"/>
            <a:ext cx="9692640" cy="47705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4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screenshots show traffic inspection and product JSON. Add repeatable before/after proof before claiming authentication bypass, IDOR, or privilege escalation.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44627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6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Risk, impact &amp; remediation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572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73152" cy="146304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851786"/>
            <a:ext cx="3154680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5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35833"/>
            <a:ext cx="3154680" cy="38472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Rotate/invalidate sessions, secure cookies, rate-limit login and recovery.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73152" cy="1463040"/>
          </a:xfrm>
          <a:prstGeom prst="rect">
            <a:avLst/>
          </a:prstGeom>
          <a:solidFill>
            <a:srgbClr val="EF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843397"/>
            <a:ext cx="3154680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5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227444"/>
            <a:ext cx="3154680" cy="38472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 object-level authorization server-side on every request.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73152" cy="146304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851786"/>
            <a:ext cx="3154680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5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235833"/>
            <a:ext cx="3154680" cy="38472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Recalculate price, quantity, ownership and workflow state on the server.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5349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73152" cy="132588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4135" y="3759862"/>
            <a:ext cx="4983479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5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data minimization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135" y="4143910"/>
            <a:ext cx="4983479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only required fields and apply consistent validation/error handling.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29000"/>
            <a:ext cx="5349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429000"/>
            <a:ext cx="73152" cy="1325880"/>
          </a:xfrm>
          <a:prstGeom prst="rect">
            <a:avLst/>
          </a:prstGeom>
          <a:solidFill>
            <a:srgbClr val="EF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768251"/>
            <a:ext cx="4983479" cy="27699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5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152299"/>
            <a:ext cx="4983479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25324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the same requests after fixes; verify that unauthorized behavior is blocked.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332720" cy="26161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400" b="1">
                <a:solidFill>
                  <a:srgbClr val="122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depends on verified exploitability and real impact—not on the endpoint name alone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4572000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1">
                <a:solidFill>
                  <a:srgbClr val="19A7A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8046720" cy="50783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Inspect. Validate. Prove. Fix.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6583680" cy="60016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800" b="0">
                <a:solidFill>
                  <a:srgbClr val="DCE7F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supplied evidence demonstrates hands-on use of OWASP Juice Shop and Burp Suite to capture requests and inspect API responses.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6583680" cy="53860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DCE7F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step: add exact paired request/response evidence for each confirmed issue and document the retest.</a:t>
            </a:r>
          </a:p>
        </p:txBody>
      </p:sp>
      <p:pic>
        <p:nvPicPr>
          <p:cNvPr id="6" name="Picture 5" descr="Screenshot_2026-10-28_04_26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520190"/>
            <a:ext cx="3749039" cy="28117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69280"/>
            <a:ext cx="3657600" cy="38472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2200" b="1">
                <a:solidFill>
                  <a:srgbClr val="19A7A1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5943600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DG Interns Hub • Cyber Security Intern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